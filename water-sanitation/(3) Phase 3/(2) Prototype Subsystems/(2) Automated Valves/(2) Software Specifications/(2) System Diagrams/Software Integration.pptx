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7" r:id="rId6"/>
    <p:sldId id="258" r:id="rId7"/>
    <p:sldId id="25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98BBB7-2234-859D-9BA7-C51532A29299}" v="670" dt="2024-04-07T00:31:04.506"/>
    <p1510:client id="{FE7316A3-31D9-4966-94BB-E3E25D35A7A5}" v="2" dt="2024-04-07T00:31:53.2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C298BBB7-2234-859D-9BA7-C51532A29299}"/>
    <pc:docChg chg="modSld">
      <pc:chgData name="" userId="" providerId="" clId="Web-{C298BBB7-2234-859D-9BA7-C51532A29299}" dt="2024-04-07T00:15:06.834" v="8" actId="20577"/>
      <pc:docMkLst>
        <pc:docMk/>
      </pc:docMkLst>
      <pc:sldChg chg="modSp">
        <pc:chgData name="" userId="" providerId="" clId="Web-{C298BBB7-2234-859D-9BA7-C51532A29299}" dt="2024-04-07T00:15:06.834" v="8" actId="20577"/>
        <pc:sldMkLst>
          <pc:docMk/>
          <pc:sldMk cId="109857222" sldId="256"/>
        </pc:sldMkLst>
        <pc:spChg chg="mod">
          <ac:chgData name="" userId="" providerId="" clId="Web-{C298BBB7-2234-859D-9BA7-C51532A29299}" dt="2024-04-07T00:15:06.834" v="8" actId="20577"/>
          <ac:spMkLst>
            <pc:docMk/>
            <pc:sldMk cId="109857222" sldId="256"/>
            <ac:spMk id="2" creationId="{00000000-0000-0000-0000-000000000000}"/>
          </ac:spMkLst>
        </pc:spChg>
      </pc:sldChg>
    </pc:docChg>
  </pc:docChgLst>
  <pc:docChgLst>
    <pc:chgData name="Hyunji Kim" userId="S::hji.kim@mail.utoronto.ca::43e1a82e-121d-4559-bfaf-36c7f660b8d5" providerId="AD" clId="Web-{FE7316A3-31D9-4966-94BB-E3E25D35A7A5}"/>
    <pc:docChg chg="modSld">
      <pc:chgData name="Hyunji Kim" userId="S::hji.kim@mail.utoronto.ca::43e1a82e-121d-4559-bfaf-36c7f660b8d5" providerId="AD" clId="Web-{FE7316A3-31D9-4966-94BB-E3E25D35A7A5}" dt="2024-04-07T00:31:53.209" v="1" actId="1076"/>
      <pc:docMkLst>
        <pc:docMk/>
      </pc:docMkLst>
      <pc:sldChg chg="modSp">
        <pc:chgData name="Hyunji Kim" userId="S::hji.kim@mail.utoronto.ca::43e1a82e-121d-4559-bfaf-36c7f660b8d5" providerId="AD" clId="Web-{FE7316A3-31D9-4966-94BB-E3E25D35A7A5}" dt="2024-04-07T00:31:53.209" v="1" actId="1076"/>
        <pc:sldMkLst>
          <pc:docMk/>
          <pc:sldMk cId="1742057567" sldId="257"/>
        </pc:sldMkLst>
        <pc:cxnChg chg="mod">
          <ac:chgData name="Hyunji Kim" userId="S::hji.kim@mail.utoronto.ca::43e1a82e-121d-4559-bfaf-36c7f660b8d5" providerId="AD" clId="Web-{FE7316A3-31D9-4966-94BB-E3E25D35A7A5}" dt="2024-04-07T00:31:50.787" v="0" actId="1076"/>
          <ac:cxnSpMkLst>
            <pc:docMk/>
            <pc:sldMk cId="1742057567" sldId="257"/>
            <ac:cxnSpMk id="14" creationId="{29938047-33C2-2422-C215-3D3D1C8360DC}"/>
          </ac:cxnSpMkLst>
        </pc:cxnChg>
        <pc:cxnChg chg="mod">
          <ac:chgData name="Hyunji Kim" userId="S::hji.kim@mail.utoronto.ca::43e1a82e-121d-4559-bfaf-36c7f660b8d5" providerId="AD" clId="Web-{FE7316A3-31D9-4966-94BB-E3E25D35A7A5}" dt="2024-04-07T00:31:53.209" v="1" actId="1076"/>
          <ac:cxnSpMkLst>
            <pc:docMk/>
            <pc:sldMk cId="1742057567" sldId="257"/>
            <ac:cxnSpMk id="15" creationId="{04332D46-C1F6-1C40-5250-A871BE74FF9F}"/>
          </ac:cxnSpMkLst>
        </pc:cxnChg>
      </pc:sldChg>
    </pc:docChg>
  </pc:docChgLst>
  <pc:docChgLst>
    <pc:chgData name="Hyunji Kim" userId="S::hji.kim@mail.utoronto.ca::43e1a82e-121d-4559-bfaf-36c7f660b8d5" providerId="AD" clId="Web-{C298BBB7-2234-859D-9BA7-C51532A29299}"/>
    <pc:docChg chg="addSld delSld modSld">
      <pc:chgData name="Hyunji Kim" userId="S::hji.kim@mail.utoronto.ca::43e1a82e-121d-4559-bfaf-36c7f660b8d5" providerId="AD" clId="Web-{C298BBB7-2234-859D-9BA7-C51532A29299}" dt="2024-04-07T00:31:04.506" v="620" actId="20577"/>
      <pc:docMkLst>
        <pc:docMk/>
      </pc:docMkLst>
      <pc:sldChg chg="addSp delSp modSp add del">
        <pc:chgData name="Hyunji Kim" userId="S::hji.kim@mail.utoronto.ca::43e1a82e-121d-4559-bfaf-36c7f660b8d5" providerId="AD" clId="Web-{C298BBB7-2234-859D-9BA7-C51532A29299}" dt="2024-04-07T00:15:45.225" v="14" actId="20577"/>
        <pc:sldMkLst>
          <pc:docMk/>
          <pc:sldMk cId="109857222" sldId="256"/>
        </pc:sldMkLst>
        <pc:spChg chg="mod">
          <ac:chgData name="Hyunji Kim" userId="S::hji.kim@mail.utoronto.ca::43e1a82e-121d-4559-bfaf-36c7f660b8d5" providerId="AD" clId="Web-{C298BBB7-2234-859D-9BA7-C51532A29299}" dt="2024-04-07T00:15:45.225" v="14" actId="20577"/>
          <ac:spMkLst>
            <pc:docMk/>
            <pc:sldMk cId="109857222" sldId="256"/>
            <ac:spMk id="2" creationId="{00000000-0000-0000-0000-000000000000}"/>
          </ac:spMkLst>
        </pc:spChg>
        <pc:spChg chg="del mod">
          <ac:chgData name="Hyunji Kim" userId="S::hji.kim@mail.utoronto.ca::43e1a82e-121d-4559-bfaf-36c7f660b8d5" providerId="AD" clId="Web-{C298BBB7-2234-859D-9BA7-C51532A29299}" dt="2024-04-07T00:15:22.709" v="8"/>
          <ac:spMkLst>
            <pc:docMk/>
            <pc:sldMk cId="109857222" sldId="256"/>
            <ac:spMk id="3" creationId="{00000000-0000-0000-0000-000000000000}"/>
          </ac:spMkLst>
        </pc:spChg>
        <pc:spChg chg="add mod">
          <ac:chgData name="Hyunji Kim" userId="S::hji.kim@mail.utoronto.ca::43e1a82e-121d-4559-bfaf-36c7f660b8d5" providerId="AD" clId="Web-{C298BBB7-2234-859D-9BA7-C51532A29299}" dt="2024-04-07T00:15:22.709" v="8"/>
          <ac:spMkLst>
            <pc:docMk/>
            <pc:sldMk cId="109857222" sldId="256"/>
            <ac:spMk id="5" creationId="{14A23469-3388-957A-E982-AF57E4A29EC1}"/>
          </ac:spMkLst>
        </pc:spChg>
      </pc:sldChg>
      <pc:sldChg chg="addSp delSp modSp new">
        <pc:chgData name="Hyunji Kim" userId="S::hji.kim@mail.utoronto.ca::43e1a82e-121d-4559-bfaf-36c7f660b8d5" providerId="AD" clId="Web-{C298BBB7-2234-859D-9BA7-C51532A29299}" dt="2024-04-07T00:30:33.880" v="616" actId="1076"/>
        <pc:sldMkLst>
          <pc:docMk/>
          <pc:sldMk cId="1742057567" sldId="257"/>
        </pc:sldMkLst>
        <pc:spChg chg="del">
          <ac:chgData name="Hyunji Kim" userId="S::hji.kim@mail.utoronto.ca::43e1a82e-121d-4559-bfaf-36c7f660b8d5" providerId="AD" clId="Web-{C298BBB7-2234-859D-9BA7-C51532A29299}" dt="2024-04-07T00:16:04.147" v="16"/>
          <ac:spMkLst>
            <pc:docMk/>
            <pc:sldMk cId="1742057567" sldId="257"/>
            <ac:spMk id="2" creationId="{E44D2346-CBFD-109C-F2BF-3B0965C50CF4}"/>
          </ac:spMkLst>
        </pc:spChg>
        <pc:spChg chg="del">
          <ac:chgData name="Hyunji Kim" userId="S::hji.kim@mail.utoronto.ca::43e1a82e-121d-4559-bfaf-36c7f660b8d5" providerId="AD" clId="Web-{C298BBB7-2234-859D-9BA7-C51532A29299}" dt="2024-04-07T00:16:06.038" v="17"/>
          <ac:spMkLst>
            <pc:docMk/>
            <pc:sldMk cId="1742057567" sldId="257"/>
            <ac:spMk id="3" creationId="{EB7AE80A-57C6-8845-E0BD-C9D5EE834E9B}"/>
          </ac:spMkLst>
        </pc:spChg>
        <pc:spChg chg="add mod">
          <ac:chgData name="Hyunji Kim" userId="S::hji.kim@mail.utoronto.ca::43e1a82e-121d-4559-bfaf-36c7f660b8d5" providerId="AD" clId="Web-{C298BBB7-2234-859D-9BA7-C51532A29299}" dt="2024-04-07T00:16:58.945" v="38" actId="1076"/>
          <ac:spMkLst>
            <pc:docMk/>
            <pc:sldMk cId="1742057567" sldId="257"/>
            <ac:spMk id="4" creationId="{4DD507E0-229A-E987-C9FC-0840C0103638}"/>
          </ac:spMkLst>
        </pc:spChg>
        <pc:spChg chg="add mod">
          <ac:chgData name="Hyunji Kim" userId="S::hji.kim@mail.utoronto.ca::43e1a82e-121d-4559-bfaf-36c7f660b8d5" providerId="AD" clId="Web-{C298BBB7-2234-859D-9BA7-C51532A29299}" dt="2024-04-07T00:16:47.757" v="35" actId="20577"/>
          <ac:spMkLst>
            <pc:docMk/>
            <pc:sldMk cId="1742057567" sldId="257"/>
            <ac:spMk id="5" creationId="{011C3B6F-EEF7-D7A1-5119-BF882BF43E61}"/>
          </ac:spMkLst>
        </pc:spChg>
        <pc:spChg chg="add mod">
          <ac:chgData name="Hyunji Kim" userId="S::hji.kim@mail.utoronto.ca::43e1a82e-121d-4559-bfaf-36c7f660b8d5" providerId="AD" clId="Web-{C298BBB7-2234-859D-9BA7-C51532A29299}" dt="2024-04-07T00:21:49.622" v="102" actId="1076"/>
          <ac:spMkLst>
            <pc:docMk/>
            <pc:sldMk cId="1742057567" sldId="257"/>
            <ac:spMk id="6" creationId="{45847884-C71A-0E92-8B1C-EC48884E4F5A}"/>
          </ac:spMkLst>
        </pc:spChg>
        <pc:spChg chg="add mod">
          <ac:chgData name="Hyunji Kim" userId="S::hji.kim@mail.utoronto.ca::43e1a82e-121d-4559-bfaf-36c7f660b8d5" providerId="AD" clId="Web-{C298BBB7-2234-859D-9BA7-C51532A29299}" dt="2024-04-07T00:30:33.880" v="616" actId="1076"/>
          <ac:spMkLst>
            <pc:docMk/>
            <pc:sldMk cId="1742057567" sldId="257"/>
            <ac:spMk id="7" creationId="{A9AE7912-28D8-C3B0-6ED6-B9CD0B340F79}"/>
          </ac:spMkLst>
        </pc:spChg>
        <pc:spChg chg="add mod">
          <ac:chgData name="Hyunji Kim" userId="S::hji.kim@mail.utoronto.ca::43e1a82e-121d-4559-bfaf-36c7f660b8d5" providerId="AD" clId="Web-{C298BBB7-2234-859D-9BA7-C51532A29299}" dt="2024-04-07T00:30:29.552" v="615" actId="1076"/>
          <ac:spMkLst>
            <pc:docMk/>
            <pc:sldMk cId="1742057567" sldId="257"/>
            <ac:spMk id="8" creationId="{CBB7BF09-D407-E651-3F7C-52E6523AAE74}"/>
          </ac:spMkLst>
        </pc:spChg>
        <pc:spChg chg="add del mod">
          <ac:chgData name="Hyunji Kim" userId="S::hji.kim@mail.utoronto.ca::43e1a82e-121d-4559-bfaf-36c7f660b8d5" providerId="AD" clId="Web-{C298BBB7-2234-859D-9BA7-C51532A29299}" dt="2024-04-07T00:21:34.090" v="99"/>
          <ac:spMkLst>
            <pc:docMk/>
            <pc:sldMk cId="1742057567" sldId="257"/>
            <ac:spMk id="9" creationId="{062D7708-4FEE-A886-DEEF-2019CDD9EAF5}"/>
          </ac:spMkLst>
        </pc:spChg>
        <pc:spChg chg="add mod">
          <ac:chgData name="Hyunji Kim" userId="S::hji.kim@mail.utoronto.ca::43e1a82e-121d-4559-bfaf-36c7f660b8d5" providerId="AD" clId="Web-{C298BBB7-2234-859D-9BA7-C51532A29299}" dt="2024-04-07T00:20:29.558" v="63" actId="14100"/>
          <ac:spMkLst>
            <pc:docMk/>
            <pc:sldMk cId="1742057567" sldId="257"/>
            <ac:spMk id="10" creationId="{1EF9B488-0D26-BD46-C628-FD399FC680CB}"/>
          </ac:spMkLst>
        </pc:spChg>
        <pc:spChg chg="add del">
          <ac:chgData name="Hyunji Kim" userId="S::hji.kim@mail.utoronto.ca::43e1a82e-121d-4559-bfaf-36c7f660b8d5" providerId="AD" clId="Web-{C298BBB7-2234-859D-9BA7-C51532A29299}" dt="2024-04-07T00:20:26.652" v="62"/>
          <ac:spMkLst>
            <pc:docMk/>
            <pc:sldMk cId="1742057567" sldId="257"/>
            <ac:spMk id="11" creationId="{09B64680-9044-8635-F1E7-9F84DF925D7E}"/>
          </ac:spMkLst>
        </pc:spChg>
        <pc:spChg chg="add mod">
          <ac:chgData name="Hyunji Kim" userId="S::hji.kim@mail.utoronto.ca::43e1a82e-121d-4559-bfaf-36c7f660b8d5" providerId="AD" clId="Web-{C298BBB7-2234-859D-9BA7-C51532A29299}" dt="2024-04-07T00:21:45.434" v="101" actId="1076"/>
          <ac:spMkLst>
            <pc:docMk/>
            <pc:sldMk cId="1742057567" sldId="257"/>
            <ac:spMk id="12" creationId="{DF5EEAF7-31C2-2B54-DA91-5914D2987F26}"/>
          </ac:spMkLst>
        </pc:spChg>
        <pc:spChg chg="add mod">
          <ac:chgData name="Hyunji Kim" userId="S::hji.kim@mail.utoronto.ca::43e1a82e-121d-4559-bfaf-36c7f660b8d5" providerId="AD" clId="Web-{C298BBB7-2234-859D-9BA7-C51532A29299}" dt="2024-04-07T00:21:40.856" v="100" actId="1076"/>
          <ac:spMkLst>
            <pc:docMk/>
            <pc:sldMk cId="1742057567" sldId="257"/>
            <ac:spMk id="13" creationId="{AE13E578-1B03-4821-C0E1-24199B1D34D1}"/>
          </ac:spMkLst>
        </pc:spChg>
        <pc:spChg chg="add mod">
          <ac:chgData name="Hyunji Kim" userId="S::hji.kim@mail.utoronto.ca::43e1a82e-121d-4559-bfaf-36c7f660b8d5" providerId="AD" clId="Web-{C298BBB7-2234-859D-9BA7-C51532A29299}" dt="2024-04-07T00:29:55.348" v="608" actId="1076"/>
          <ac:spMkLst>
            <pc:docMk/>
            <pc:sldMk cId="1742057567" sldId="257"/>
            <ac:spMk id="16" creationId="{097C74F1-E71D-CC51-9EDE-86F37D3031A4}"/>
          </ac:spMkLst>
        </pc:spChg>
        <pc:spChg chg="add mod">
          <ac:chgData name="Hyunji Kim" userId="S::hji.kim@mail.utoronto.ca::43e1a82e-121d-4559-bfaf-36c7f660b8d5" providerId="AD" clId="Web-{C298BBB7-2234-859D-9BA7-C51532A29299}" dt="2024-04-07T00:30:02.645" v="611" actId="20577"/>
          <ac:spMkLst>
            <pc:docMk/>
            <pc:sldMk cId="1742057567" sldId="257"/>
            <ac:spMk id="17" creationId="{DA309AD2-D515-AE60-5736-EB35084D97B6}"/>
          </ac:spMkLst>
        </pc:spChg>
        <pc:cxnChg chg="add mod">
          <ac:chgData name="Hyunji Kim" userId="S::hji.kim@mail.utoronto.ca::43e1a82e-121d-4559-bfaf-36c7f660b8d5" providerId="AD" clId="Web-{C298BBB7-2234-859D-9BA7-C51532A29299}" dt="2024-04-07T00:30:14.864" v="612" actId="1076"/>
          <ac:cxnSpMkLst>
            <pc:docMk/>
            <pc:sldMk cId="1742057567" sldId="257"/>
            <ac:cxnSpMk id="14" creationId="{29938047-33C2-2422-C215-3D3D1C8360DC}"/>
          </ac:cxnSpMkLst>
        </pc:cxnChg>
        <pc:cxnChg chg="add mod">
          <ac:chgData name="Hyunji Kim" userId="S::hji.kim@mail.utoronto.ca::43e1a82e-121d-4559-bfaf-36c7f660b8d5" providerId="AD" clId="Web-{C298BBB7-2234-859D-9BA7-C51532A29299}" dt="2024-04-07T00:30:20.318" v="613" actId="1076"/>
          <ac:cxnSpMkLst>
            <pc:docMk/>
            <pc:sldMk cId="1742057567" sldId="257"/>
            <ac:cxnSpMk id="15" creationId="{04332D46-C1F6-1C40-5250-A871BE74FF9F}"/>
          </ac:cxnSpMkLst>
        </pc:cxnChg>
      </pc:sldChg>
      <pc:sldChg chg="new del">
        <pc:chgData name="Hyunji Kim" userId="S::hji.kim@mail.utoronto.ca::43e1a82e-121d-4559-bfaf-36c7f660b8d5" providerId="AD" clId="Web-{C298BBB7-2234-859D-9BA7-C51532A29299}" dt="2024-04-07T00:15:17.756" v="7"/>
        <pc:sldMkLst>
          <pc:docMk/>
          <pc:sldMk cId="3434340561" sldId="257"/>
        </pc:sldMkLst>
      </pc:sldChg>
      <pc:sldChg chg="addSp delSp modSp new">
        <pc:chgData name="Hyunji Kim" userId="S::hji.kim@mail.utoronto.ca::43e1a82e-121d-4559-bfaf-36c7f660b8d5" providerId="AD" clId="Web-{C298BBB7-2234-859D-9BA7-C51532A29299}" dt="2024-04-07T00:30:54.818" v="618" actId="20577"/>
        <pc:sldMkLst>
          <pc:docMk/>
          <pc:sldMk cId="3694681095" sldId="258"/>
        </pc:sldMkLst>
        <pc:spChg chg="add del mod">
          <ac:chgData name="Hyunji Kim" userId="S::hji.kim@mail.utoronto.ca::43e1a82e-121d-4559-bfaf-36c7f660b8d5" providerId="AD" clId="Web-{C298BBB7-2234-859D-9BA7-C51532A29299}" dt="2024-04-07T00:26:27.548" v="370"/>
          <ac:spMkLst>
            <pc:docMk/>
            <pc:sldMk cId="3694681095" sldId="258"/>
            <ac:spMk id="2" creationId="{91244E18-3B06-923F-649C-608DB8B1C17E}"/>
          </ac:spMkLst>
        </pc:spChg>
        <pc:spChg chg="add del mod">
          <ac:chgData name="Hyunji Kim" userId="S::hji.kim@mail.utoronto.ca::43e1a82e-121d-4559-bfaf-36c7f660b8d5" providerId="AD" clId="Web-{C298BBB7-2234-859D-9BA7-C51532A29299}" dt="2024-04-07T00:30:54.818" v="618" actId="20577"/>
          <ac:spMkLst>
            <pc:docMk/>
            <pc:sldMk cId="3694681095" sldId="258"/>
            <ac:spMk id="3" creationId="{AB6FC169-4DED-00F0-3DC6-1000FD6444C2}"/>
          </ac:spMkLst>
        </pc:spChg>
      </pc:sldChg>
      <pc:sldChg chg="modSp new">
        <pc:chgData name="Hyunji Kim" userId="S::hji.kim@mail.utoronto.ca::43e1a82e-121d-4559-bfaf-36c7f660b8d5" providerId="AD" clId="Web-{C298BBB7-2234-859D-9BA7-C51532A29299}" dt="2024-04-07T00:31:04.506" v="620" actId="20577"/>
        <pc:sldMkLst>
          <pc:docMk/>
          <pc:sldMk cId="961447067" sldId="259"/>
        </pc:sldMkLst>
        <pc:spChg chg="mod">
          <ac:chgData name="Hyunji Kim" userId="S::hji.kim@mail.utoronto.ca::43e1a82e-121d-4559-bfaf-36c7f660b8d5" providerId="AD" clId="Web-{C298BBB7-2234-859D-9BA7-C51532A29299}" dt="2024-04-07T00:26:36.001" v="376" actId="20577"/>
          <ac:spMkLst>
            <pc:docMk/>
            <pc:sldMk cId="961447067" sldId="259"/>
            <ac:spMk id="2" creationId="{89616A76-4FFC-99D4-295C-BFB760EA4CA0}"/>
          </ac:spMkLst>
        </pc:spChg>
        <pc:spChg chg="mod">
          <ac:chgData name="Hyunji Kim" userId="S::hji.kim@mail.utoronto.ca::43e1a82e-121d-4559-bfaf-36c7f660b8d5" providerId="AD" clId="Web-{C298BBB7-2234-859D-9BA7-C51532A29299}" dt="2024-04-07T00:31:04.506" v="620" actId="20577"/>
          <ac:spMkLst>
            <pc:docMk/>
            <pc:sldMk cId="961447067" sldId="259"/>
            <ac:spMk id="3" creationId="{211687D9-3C9B-06F6-C1F2-5357677F91C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4/6/2024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Software Integration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14A23469-3388-957A-E982-AF57E4A29EC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ylinder 3">
            <a:extLst>
              <a:ext uri="{FF2B5EF4-FFF2-40B4-BE49-F238E27FC236}">
                <a16:creationId xmlns:a16="http://schemas.microsoft.com/office/drawing/2014/main" id="{4DD507E0-229A-E987-C9FC-0840C0103638}"/>
              </a:ext>
            </a:extLst>
          </p:cNvPr>
          <p:cNvSpPr/>
          <p:nvPr/>
        </p:nvSpPr>
        <p:spPr>
          <a:xfrm>
            <a:off x="1141201" y="1033551"/>
            <a:ext cx="1905000" cy="2643909"/>
          </a:xfrm>
          <a:prstGeom prst="can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Boiling</a:t>
            </a:r>
          </a:p>
        </p:txBody>
      </p:sp>
      <p:sp>
        <p:nvSpPr>
          <p:cNvPr id="5" name="Cylinder 4">
            <a:extLst>
              <a:ext uri="{FF2B5EF4-FFF2-40B4-BE49-F238E27FC236}">
                <a16:creationId xmlns:a16="http://schemas.microsoft.com/office/drawing/2014/main" id="{011C3B6F-EEF7-D7A1-5119-BF882BF43E61}"/>
              </a:ext>
            </a:extLst>
          </p:cNvPr>
          <p:cNvSpPr/>
          <p:nvPr/>
        </p:nvSpPr>
        <p:spPr>
          <a:xfrm>
            <a:off x="5144922" y="2108755"/>
            <a:ext cx="1905000" cy="2643909"/>
          </a:xfrm>
          <a:prstGeom prst="can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Hot</a:t>
            </a:r>
          </a:p>
        </p:txBody>
      </p:sp>
      <p:sp>
        <p:nvSpPr>
          <p:cNvPr id="6" name="Cylinder 5">
            <a:extLst>
              <a:ext uri="{FF2B5EF4-FFF2-40B4-BE49-F238E27FC236}">
                <a16:creationId xmlns:a16="http://schemas.microsoft.com/office/drawing/2014/main" id="{45847884-C71A-0E92-8B1C-EC48884E4F5A}"/>
              </a:ext>
            </a:extLst>
          </p:cNvPr>
          <p:cNvSpPr/>
          <p:nvPr/>
        </p:nvSpPr>
        <p:spPr>
          <a:xfrm>
            <a:off x="9140186" y="3141401"/>
            <a:ext cx="1905000" cy="2643909"/>
          </a:xfrm>
          <a:prstGeom prst="can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Cold</a:t>
            </a:r>
          </a:p>
        </p:txBody>
      </p:sp>
      <p:sp>
        <p:nvSpPr>
          <p:cNvPr id="7" name="Cylinder 6">
            <a:extLst>
              <a:ext uri="{FF2B5EF4-FFF2-40B4-BE49-F238E27FC236}">
                <a16:creationId xmlns:a16="http://schemas.microsoft.com/office/drawing/2014/main" id="{A9AE7912-28D8-C3B0-6ED6-B9CD0B340F79}"/>
              </a:ext>
            </a:extLst>
          </p:cNvPr>
          <p:cNvSpPr/>
          <p:nvPr/>
        </p:nvSpPr>
        <p:spPr>
          <a:xfrm>
            <a:off x="1587512" y="484830"/>
            <a:ext cx="177209" cy="1094267"/>
          </a:xfrm>
          <a:prstGeom prst="can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ylinder 7">
            <a:extLst>
              <a:ext uri="{FF2B5EF4-FFF2-40B4-BE49-F238E27FC236}">
                <a16:creationId xmlns:a16="http://schemas.microsoft.com/office/drawing/2014/main" id="{CBB7BF09-D407-E651-3F7C-52E6523AAE74}"/>
              </a:ext>
            </a:extLst>
          </p:cNvPr>
          <p:cNvSpPr/>
          <p:nvPr/>
        </p:nvSpPr>
        <p:spPr>
          <a:xfrm>
            <a:off x="5654465" y="1561376"/>
            <a:ext cx="177209" cy="1094267"/>
          </a:xfrm>
          <a:prstGeom prst="can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F9B488-0D26-BD46-C628-FD399FC680CB}"/>
              </a:ext>
            </a:extLst>
          </p:cNvPr>
          <p:cNvSpPr txBox="1"/>
          <p:nvPr/>
        </p:nvSpPr>
        <p:spPr>
          <a:xfrm>
            <a:off x="787696" y="4141762"/>
            <a:ext cx="304834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Check if the water in the boiling tank is boiled enough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F5EEAF7-31C2-2B54-DA91-5914D2987F26}"/>
              </a:ext>
            </a:extLst>
          </p:cNvPr>
          <p:cNvSpPr txBox="1"/>
          <p:nvPr/>
        </p:nvSpPr>
        <p:spPr>
          <a:xfrm>
            <a:off x="4575544" y="628588"/>
            <a:ext cx="304834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Check if the water in the hot tank is cooled enough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13E578-1B03-4821-C0E1-24199B1D34D1}"/>
              </a:ext>
            </a:extLst>
          </p:cNvPr>
          <p:cNvSpPr txBox="1"/>
          <p:nvPr/>
        </p:nvSpPr>
        <p:spPr>
          <a:xfrm>
            <a:off x="8567183" y="1709564"/>
            <a:ext cx="304834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Check if there is enough space in the cold-water tank</a:t>
            </a:r>
          </a:p>
        </p:txBody>
      </p: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29938047-33C2-2422-C215-3D3D1C8360DC}"/>
              </a:ext>
            </a:extLst>
          </p:cNvPr>
          <p:cNvCxnSpPr/>
          <p:nvPr/>
        </p:nvCxnSpPr>
        <p:spPr>
          <a:xfrm>
            <a:off x="3059810" y="2340000"/>
            <a:ext cx="2088412" cy="1087178"/>
          </a:xfrm>
          <a:prstGeom prst="bentConnector3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04332D46-C1F6-1C40-5250-A871BE74FF9F}"/>
              </a:ext>
            </a:extLst>
          </p:cNvPr>
          <p:cNvCxnSpPr>
            <a:cxnSpLocks/>
          </p:cNvCxnSpPr>
          <p:nvPr/>
        </p:nvCxnSpPr>
        <p:spPr>
          <a:xfrm>
            <a:off x="7051449" y="3380488"/>
            <a:ext cx="2088412" cy="1087178"/>
          </a:xfrm>
          <a:prstGeom prst="bentConnector3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097C74F1-E71D-CC51-9EDE-86F37D3031A4}"/>
              </a:ext>
            </a:extLst>
          </p:cNvPr>
          <p:cNvSpPr txBox="1"/>
          <p:nvPr/>
        </p:nvSpPr>
        <p:spPr>
          <a:xfrm>
            <a:off x="3305380" y="1926436"/>
            <a:ext cx="157812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Automation 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A309AD2-D515-AE60-5736-EB35084D97B6}"/>
              </a:ext>
            </a:extLst>
          </p:cNvPr>
          <p:cNvSpPr txBox="1"/>
          <p:nvPr/>
        </p:nvSpPr>
        <p:spPr>
          <a:xfrm>
            <a:off x="7302094" y="2955893"/>
            <a:ext cx="157812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Automation 2</a:t>
            </a:r>
          </a:p>
        </p:txBody>
      </p:sp>
    </p:spTree>
    <p:extLst>
      <p:ext uri="{BB962C8B-B14F-4D97-AF65-F5344CB8AC3E}">
        <p14:creationId xmlns:p14="http://schemas.microsoft.com/office/powerpoint/2010/main" val="17420575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44E18-3B06-923F-649C-608DB8B1C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Automation 1 (boiling -&gt; hot)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6FC169-4DED-00F0-3DC6-1000FD6444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514350" indent="-514350">
              <a:buAutoNum type="arabicPeriod"/>
            </a:pPr>
            <a:r>
              <a:rPr lang="en-US" sz="2400" dirty="0"/>
              <a:t>Check if the water in the boiling tank is boiled enough.</a:t>
            </a:r>
          </a:p>
          <a:p>
            <a:pPr marL="971550" lvl="1" indent="-514350">
              <a:buFont typeface="Courier New,monospace" panose="020B0604020202020204" pitchFamily="34" charset="0"/>
              <a:buChar char="o"/>
            </a:pPr>
            <a:r>
              <a:rPr lang="en-US" dirty="0">
                <a:latin typeface="Aptos"/>
                <a:cs typeface="Arial"/>
              </a:rPr>
              <a:t>If the water is boiled enough, move to step 2.</a:t>
            </a:r>
          </a:p>
          <a:p>
            <a:pPr marL="971550" lvl="1" indent="-514350">
              <a:buFont typeface="Courier New,monospace" panose="020B0604020202020204" pitchFamily="34" charset="0"/>
              <a:buChar char="o"/>
            </a:pPr>
            <a:r>
              <a:rPr lang="en-US" dirty="0">
                <a:latin typeface="Aptos"/>
                <a:cs typeface="Arial"/>
              </a:rPr>
              <a:t>If the water is not boiled enough, keep in step 1.</a:t>
            </a:r>
          </a:p>
          <a:p>
            <a:pPr marL="514350" indent="-514350">
              <a:buAutoNum type="arabicPeriod"/>
            </a:pPr>
            <a:r>
              <a:rPr lang="en-US" sz="2400" dirty="0"/>
              <a:t>Count up to 10 seconds</a:t>
            </a:r>
          </a:p>
          <a:p>
            <a:pPr marL="971550" lvl="1" indent="-514350">
              <a:buFont typeface="Courier New,monospace"/>
              <a:buChar char="o"/>
            </a:pPr>
            <a:r>
              <a:rPr lang="en-US" dirty="0"/>
              <a:t>If the water gets cold while counting, go back to step 1.</a:t>
            </a:r>
          </a:p>
          <a:p>
            <a:pPr marL="971550" lvl="1" indent="-514350">
              <a:buFont typeface="Courier New,monospace"/>
              <a:buChar char="o"/>
            </a:pPr>
            <a:r>
              <a:rPr lang="en-US" dirty="0"/>
              <a:t>If the water's temperature maintains for 10 seconds, move to step 4.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sz="2400" dirty="0"/>
              <a:t>Open the valve</a:t>
            </a:r>
          </a:p>
          <a:p>
            <a:pPr marL="971550" lvl="1" indent="-514350">
              <a:buFont typeface="Courier New,monospace"/>
              <a:buChar char="o"/>
            </a:pPr>
            <a:r>
              <a:rPr lang="en-US" dirty="0"/>
              <a:t>Keep opening the valve until all the water in the boiling tank is dispensed to the hot tank (calculate the flow rate)</a:t>
            </a:r>
          </a:p>
          <a:p>
            <a:pPr marL="514350" indent="-514350">
              <a:buAutoNum type="arabicPeriod"/>
            </a:pPr>
            <a:r>
              <a:rPr lang="en-US" sz="2400" dirty="0"/>
              <a:t>Close the valve</a:t>
            </a:r>
          </a:p>
          <a:p>
            <a:pPr marL="514350" indent="-514350">
              <a:buAutoNum type="arabicPeriod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6946810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16A76-4FFC-99D4-295C-BFB760EA4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Automation 2 (hot -&gt; cold)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1687D9-3C9B-06F6-C1F2-5357677F91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514350" indent="-514350">
              <a:buAutoNum type="arabicPeriod"/>
            </a:pPr>
            <a:r>
              <a:rPr lang="en-US" sz="2400" dirty="0">
                <a:solidFill>
                  <a:srgbClr val="000000"/>
                </a:solidFill>
                <a:latin typeface="Aptos"/>
                <a:cs typeface="Arial"/>
              </a:rPr>
              <a:t>Check if the water in the hot water tank is cooled enough.</a:t>
            </a:r>
          </a:p>
          <a:p>
            <a:pPr marL="971550" lvl="1" indent="-514350">
              <a:buFont typeface="Courier New"/>
              <a:buChar char="o"/>
            </a:pPr>
            <a:r>
              <a:rPr lang="en-US" dirty="0">
                <a:cs typeface="Arial"/>
              </a:rPr>
              <a:t>If the water is cooled enough, move to step 2.</a:t>
            </a:r>
          </a:p>
          <a:p>
            <a:pPr marL="971550" lvl="1" indent="-514350">
              <a:buFont typeface="Courier New"/>
              <a:buChar char="o"/>
            </a:pPr>
            <a:r>
              <a:rPr lang="en-US" dirty="0">
                <a:cs typeface="Arial"/>
              </a:rPr>
              <a:t>If the water is not cooled enough, keep in step 1.</a:t>
            </a:r>
          </a:p>
          <a:p>
            <a:pPr marL="514350" indent="-514350">
              <a:buAutoNum type="arabicPeriod"/>
            </a:pPr>
            <a:r>
              <a:rPr lang="en-US" sz="2400" dirty="0">
                <a:cs typeface="Arial"/>
              </a:rPr>
              <a:t>Check if there is a space in the cold water tank.</a:t>
            </a:r>
          </a:p>
          <a:p>
            <a:pPr marL="971550" lvl="1" indent="-514350">
              <a:buFont typeface="Courier New"/>
              <a:buChar char="o"/>
            </a:pPr>
            <a:r>
              <a:rPr lang="en-US" dirty="0">
                <a:cs typeface="Arial"/>
              </a:rPr>
              <a:t>If there is a space, move to step 3.</a:t>
            </a:r>
          </a:p>
          <a:p>
            <a:pPr marL="971550" lvl="1" indent="-514350">
              <a:buFont typeface="Courier New"/>
              <a:buChar char="o"/>
            </a:pPr>
            <a:r>
              <a:rPr lang="en-US" dirty="0">
                <a:cs typeface="Arial"/>
              </a:rPr>
              <a:t>If there is no space, go back to step 1.</a:t>
            </a:r>
          </a:p>
          <a:p>
            <a:pPr marL="514350" indent="-514350">
              <a:buAutoNum type="arabicPeriod"/>
            </a:pPr>
            <a:r>
              <a:rPr lang="en-US" sz="2400" dirty="0">
                <a:cs typeface="Arial"/>
              </a:rPr>
              <a:t>Open the valve.</a:t>
            </a:r>
          </a:p>
          <a:p>
            <a:pPr marL="514350" indent="-514350">
              <a:buAutoNum type="arabicPeriod"/>
            </a:pPr>
            <a:r>
              <a:rPr lang="en-US" sz="2400" dirty="0">
                <a:cs typeface="Arial"/>
              </a:rPr>
              <a:t>Constantly update the water level in the cold water tank.</a:t>
            </a:r>
          </a:p>
          <a:p>
            <a:pPr marL="514350" indent="-514350">
              <a:buAutoNum type="arabicPeriod"/>
            </a:pPr>
            <a:r>
              <a:rPr lang="en-US" sz="2400" dirty="0">
                <a:cs typeface="Arial"/>
              </a:rPr>
              <a:t>Close the valve.</a:t>
            </a:r>
          </a:p>
          <a:p>
            <a:pPr marL="971550" lvl="1" indent="-514350">
              <a:buFont typeface="Courier New" panose="020B0604020202020204" pitchFamily="34" charset="0"/>
              <a:buChar char="o"/>
            </a:pPr>
            <a:r>
              <a:rPr lang="en-US" dirty="0">
                <a:cs typeface="Arial"/>
              </a:rPr>
              <a:t>When there is no space left in the cold water tank.</a:t>
            </a:r>
          </a:p>
        </p:txBody>
      </p:sp>
    </p:spTree>
    <p:extLst>
      <p:ext uri="{BB962C8B-B14F-4D97-AF65-F5344CB8AC3E}">
        <p14:creationId xmlns:p14="http://schemas.microsoft.com/office/powerpoint/2010/main" val="9614470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97089bf-2a3c-4615-95bb-54d72738c43f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2A72AE9BFA83940A91FB93B81A32BD2" ma:contentTypeVersion="14" ma:contentTypeDescription="Create a new document." ma:contentTypeScope="" ma:versionID="8004490766d9aa977ddda6c028bb0ca4">
  <xsd:schema xmlns:xsd="http://www.w3.org/2001/XMLSchema" xmlns:xs="http://www.w3.org/2001/XMLSchema" xmlns:p="http://schemas.microsoft.com/office/2006/metadata/properties" xmlns:ns2="659df944-ed9e-4a30-a8d8-bbf6e4182c25" xmlns:ns3="b97089bf-2a3c-4615-95bb-54d72738c43f" targetNamespace="http://schemas.microsoft.com/office/2006/metadata/properties" ma:root="true" ma:fieldsID="536e1552ff6290dfb09c7972019a8d5a" ns2:_="" ns3:_="">
    <xsd:import namespace="659df944-ed9e-4a30-a8d8-bbf6e4182c25"/>
    <xsd:import namespace="b97089bf-2a3c-4615-95bb-54d72738c43f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lcf76f155ced4ddcb4097134ff3c332f" minOccurs="0"/>
                <xsd:element ref="ns3:MediaServiceDateTaken" minOccurs="0"/>
                <xsd:element ref="ns3:MediaServiceLocatio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59df944-ed9e-4a30-a8d8-bbf6e4182c25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7089bf-2a3c-4615-95bb-54d72738c4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fe164b29-4069-4387-b6aa-f01f2a1f474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E0FF6AA-DB71-4D65-960A-B840489AFBA3}">
  <ds:schemaRefs>
    <ds:schemaRef ds:uri="http://schemas.microsoft.com/office/2006/metadata/properties"/>
    <ds:schemaRef ds:uri="http://schemas.microsoft.com/office/infopath/2007/PartnerControls"/>
    <ds:schemaRef ds:uri="b97089bf-2a3c-4615-95bb-54d72738c43f"/>
  </ds:schemaRefs>
</ds:datastoreItem>
</file>

<file path=customXml/itemProps2.xml><?xml version="1.0" encoding="utf-8"?>
<ds:datastoreItem xmlns:ds="http://schemas.openxmlformats.org/officeDocument/2006/customXml" ds:itemID="{32FDB19B-64FE-4996-A5EA-E22A5CCB4C3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59df944-ed9e-4a30-a8d8-bbf6e4182c25"/>
    <ds:schemaRef ds:uri="b97089bf-2a3c-4615-95bb-54d72738c43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6117F84-271B-40A0-975B-CB4BF2A7359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Software Integration</vt:lpstr>
      <vt:lpstr>PowerPoint Presentation</vt:lpstr>
      <vt:lpstr>Automation 1 (boiling -&gt; hot)</vt:lpstr>
      <vt:lpstr>Automation 2 (hot -&gt; cold)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128</cp:revision>
  <dcterms:created xsi:type="dcterms:W3CDTF">2024-04-07T00:14:59Z</dcterms:created>
  <dcterms:modified xsi:type="dcterms:W3CDTF">2024-04-07T00:31:59Z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0x01010052A72AE9BFA83940A91FB93B81A32BD2</vt:lpwstr>
  </property>
  <property fmtid="{D5CDD505-2E9C-101B-9397-08002B2CF9AE}" pid="3" name="MediaServiceImageTags">
    <vt:lpwstr/>
  </property>
</Properties>
</file>